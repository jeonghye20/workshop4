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9" r:id="rId3"/>
    <p:sldId id="257" r:id="rId4"/>
    <p:sldId id="258" r:id="rId5"/>
  </p:sldIdLst>
  <p:sldSz cx="6858000" cy="12192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42" d="100"/>
          <a:sy n="42" d="100"/>
        </p:scale>
        <p:origin x="288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995312"/>
            <a:ext cx="5829300" cy="4244622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6403623"/>
            <a:ext cx="5143500" cy="2943577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D94D67-D5F8-4E11-9079-907DFA73FDBF}" type="datetimeFigureOut">
              <a:rPr lang="ko-KR" altLang="en-US" smtClean="0"/>
              <a:t>2026-06-14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045D2F-7721-4A61-9E48-C7F69E7C49F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957385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D94D67-D5F8-4E11-9079-907DFA73FDBF}" type="datetimeFigureOut">
              <a:rPr lang="ko-KR" altLang="en-US" smtClean="0"/>
              <a:t>2026-06-14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045D2F-7721-4A61-9E48-C7F69E7C49F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130094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3039537"/>
            <a:ext cx="5915025" cy="5071532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8159048"/>
            <a:ext cx="5915025" cy="2666999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D94D67-D5F8-4E11-9079-907DFA73FDBF}" type="datetimeFigureOut">
              <a:rPr lang="ko-KR" altLang="en-US" smtClean="0"/>
              <a:t>2026-06-14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045D2F-7721-4A61-9E48-C7F69E7C49F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334508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3245556"/>
            <a:ext cx="2914650" cy="7735712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3245556"/>
            <a:ext cx="2914650" cy="7735712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D94D67-D5F8-4E11-9079-907DFA73FDBF}" type="datetimeFigureOut">
              <a:rPr lang="ko-KR" altLang="en-US" smtClean="0"/>
              <a:t>2026-06-14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045D2F-7721-4A61-9E48-C7F69E7C49F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558219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49114"/>
            <a:ext cx="5915025" cy="2356556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988734"/>
            <a:ext cx="2901255" cy="146473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4453467"/>
            <a:ext cx="2901255" cy="6550379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988734"/>
            <a:ext cx="2915543" cy="146473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4453467"/>
            <a:ext cx="2915543" cy="6550379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D94D67-D5F8-4E11-9079-907DFA73FDBF}" type="datetimeFigureOut">
              <a:rPr lang="ko-KR" altLang="en-US" smtClean="0"/>
              <a:t>2026-06-14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045D2F-7721-4A61-9E48-C7F69E7C49F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179545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D94D67-D5F8-4E11-9079-907DFA73FDBF}" type="datetimeFigureOut">
              <a:rPr lang="ko-KR" altLang="en-US" smtClean="0"/>
              <a:t>2026-06-14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045D2F-7721-4A61-9E48-C7F69E7C49F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752900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D94D67-D5F8-4E11-9079-907DFA73FDBF}" type="datetimeFigureOut">
              <a:rPr lang="ko-KR" altLang="en-US" smtClean="0"/>
              <a:t>2026-06-14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045D2F-7721-4A61-9E48-C7F69E7C49F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70589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812800"/>
            <a:ext cx="2211884" cy="28448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755425"/>
            <a:ext cx="3471863" cy="8664222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3657600"/>
            <a:ext cx="2211884" cy="6776156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D94D67-D5F8-4E11-9079-907DFA73FDBF}" type="datetimeFigureOut">
              <a:rPr lang="ko-KR" altLang="en-US" smtClean="0"/>
              <a:t>2026-06-14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045D2F-7721-4A61-9E48-C7F69E7C49F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11627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812800"/>
            <a:ext cx="2211884" cy="28448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755425"/>
            <a:ext cx="3471863" cy="8664222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3657600"/>
            <a:ext cx="2211884" cy="6776156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D94D67-D5F8-4E11-9079-907DFA73FDBF}" type="datetimeFigureOut">
              <a:rPr lang="ko-KR" altLang="en-US" smtClean="0"/>
              <a:t>2026-06-14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045D2F-7721-4A61-9E48-C7F69E7C49F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794525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D94D67-D5F8-4E11-9079-907DFA73FDBF}" type="datetimeFigureOut">
              <a:rPr lang="ko-KR" altLang="en-US" smtClean="0"/>
              <a:t>2026-06-14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045D2F-7721-4A61-9E48-C7F69E7C49F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206017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649111"/>
            <a:ext cx="1478756" cy="10332156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649111"/>
            <a:ext cx="4350544" cy="10332156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D94D67-D5F8-4E11-9079-907DFA73FDBF}" type="datetimeFigureOut">
              <a:rPr lang="ko-KR" altLang="en-US" smtClean="0"/>
              <a:t>2026-06-14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045D2F-7721-4A61-9E48-C7F69E7C49F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871093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649114"/>
            <a:ext cx="5915025" cy="235655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3245556"/>
            <a:ext cx="5915025" cy="77357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11300181"/>
            <a:ext cx="1543050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FD94D67-D5F8-4E11-9079-907DFA73FDBF}" type="datetimeFigureOut">
              <a:rPr lang="ko-KR" altLang="en-US" smtClean="0"/>
              <a:t>2026-06-14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11300181"/>
            <a:ext cx="2314575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11300181"/>
            <a:ext cx="1543050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7045D2F-7721-4A61-9E48-C7F69E7C49F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18333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1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1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8FD57246-125A-A3C7-25DD-D28367CE3D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805" y="2194483"/>
            <a:ext cx="6340389" cy="1767993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57F5FFA8-3B29-027F-25BC-EC59F5F1BEEB}"/>
              </a:ext>
            </a:extLst>
          </p:cNvPr>
          <p:cNvSpPr txBox="1"/>
          <p:nvPr/>
        </p:nvSpPr>
        <p:spPr>
          <a:xfrm>
            <a:off x="258805" y="1591056"/>
            <a:ext cx="31638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/>
              <a:t>해결할 과제 혹은 미션 설명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9C0316B-CF8B-51BB-4C04-ED3F4A9BA004}"/>
              </a:ext>
            </a:extLst>
          </p:cNvPr>
          <p:cNvSpPr txBox="1"/>
          <p:nvPr/>
        </p:nvSpPr>
        <p:spPr>
          <a:xfrm>
            <a:off x="265174" y="5010912"/>
            <a:ext cx="538581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/>
              <a:t>2</a:t>
            </a:r>
            <a:r>
              <a:rPr lang="ko-KR" altLang="en-US" b="1" dirty="0"/>
              <a:t>슬라이드 부터는 단계별 힌트 버튼을 누르면 보이는 단계에 대한 설명 내용이야</a:t>
            </a:r>
            <a:r>
              <a:rPr lang="en-US" altLang="ko-KR" b="1" dirty="0"/>
              <a:t>. </a:t>
            </a:r>
            <a:endParaRPr lang="ko-KR" altLang="en-US" b="1" dirty="0"/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7C2558A5-03D7-7809-BB52-FE498864FB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2336" y="7693250"/>
            <a:ext cx="5596128" cy="3242875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C2FFB50B-7F25-959D-BE13-71ECC762BE97}"/>
              </a:ext>
            </a:extLst>
          </p:cNvPr>
          <p:cNvSpPr txBox="1"/>
          <p:nvPr/>
        </p:nvSpPr>
        <p:spPr>
          <a:xfrm>
            <a:off x="402336" y="6705679"/>
            <a:ext cx="538581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/>
              <a:t>아래 화면은 좌측에는 설명자료 중앙에는 에디터</a:t>
            </a:r>
            <a:endParaRPr lang="en-US" altLang="ko-KR" b="1" dirty="0"/>
          </a:p>
          <a:p>
            <a:r>
              <a:rPr lang="ko-KR" altLang="en-US" b="1" dirty="0"/>
              <a:t>하단에는 채점하기와 결과가 보여지고 오른쪽 하단에는 </a:t>
            </a:r>
            <a:r>
              <a:rPr lang="en-US" altLang="ko-KR" b="1" dirty="0"/>
              <a:t>ai  </a:t>
            </a:r>
            <a:r>
              <a:rPr lang="ko-KR" altLang="en-US" b="1" dirty="0" err="1"/>
              <a:t>챗봇이</a:t>
            </a:r>
            <a:r>
              <a:rPr lang="ko-KR" altLang="en-US" b="1" dirty="0"/>
              <a:t> </a:t>
            </a:r>
            <a:r>
              <a:rPr lang="ko-KR" altLang="en-US" b="1" dirty="0" err="1"/>
              <a:t>플로팅</a:t>
            </a:r>
            <a:r>
              <a:rPr lang="ko-KR" altLang="en-US" b="1" dirty="0"/>
              <a:t> 메뉴로 떠 있었으면 해</a:t>
            </a:r>
            <a:r>
              <a:rPr lang="en-US" altLang="ko-KR" b="1"/>
              <a:t>.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19900855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C9C3B5-FE9E-6F7E-BD8D-5F7F1651FA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F7D437C5-03DF-69D0-747A-1575D89E78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805" y="383971"/>
            <a:ext cx="6340389" cy="1767993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AB94FAF4-F41C-66FE-A497-022473BDB8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8805" y="1932508"/>
            <a:ext cx="5008139" cy="3680778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7AD0AB0F-867B-7620-7C29-226C666E6E1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8805" y="5820002"/>
            <a:ext cx="4587638" cy="2811934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1BE70AA8-7086-07B5-B69E-FC6AF3ACFA0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8805" y="8838652"/>
            <a:ext cx="5319221" cy="3188833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F07F9DE2-318F-B57E-E502-00D16C77F001}"/>
              </a:ext>
            </a:extLst>
          </p:cNvPr>
          <p:cNvSpPr txBox="1"/>
          <p:nvPr/>
        </p:nvSpPr>
        <p:spPr>
          <a:xfrm>
            <a:off x="530352" y="95947"/>
            <a:ext cx="31638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/>
              <a:t>1 </a:t>
            </a:r>
            <a:r>
              <a:rPr lang="ko-KR" altLang="en-US" b="1" dirty="0"/>
              <a:t>단계</a:t>
            </a:r>
          </a:p>
        </p:txBody>
      </p:sp>
    </p:spTree>
    <p:extLst>
      <p:ext uri="{BB962C8B-B14F-4D97-AF65-F5344CB8AC3E}">
        <p14:creationId xmlns:p14="http://schemas.microsoft.com/office/powerpoint/2010/main" val="7599789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B30BD7-D604-678D-72B0-992745077B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582F9D52-042E-1DB6-8B1F-E64AFDDB3E2E}"/>
              </a:ext>
            </a:extLst>
          </p:cNvPr>
          <p:cNvSpPr txBox="1"/>
          <p:nvPr/>
        </p:nvSpPr>
        <p:spPr>
          <a:xfrm>
            <a:off x="3694176" y="146304"/>
            <a:ext cx="31638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/>
              <a:t>2 </a:t>
            </a:r>
            <a:r>
              <a:rPr lang="ko-KR" altLang="en-US" b="1" dirty="0"/>
              <a:t>단계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9634CE99-A655-7C87-43BD-A0B44F4020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0035" y="3368646"/>
            <a:ext cx="3444538" cy="3589331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F73981FA-BE00-3097-7EA6-EDF42592EB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0035" y="8068853"/>
            <a:ext cx="3482642" cy="27891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190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2DE75F-C5D2-A29C-6B67-5FD151B876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75B0BB1D-8985-F6FB-C4AC-DA3252DBE8EE}"/>
              </a:ext>
            </a:extLst>
          </p:cNvPr>
          <p:cNvSpPr txBox="1"/>
          <p:nvPr/>
        </p:nvSpPr>
        <p:spPr>
          <a:xfrm>
            <a:off x="3694176" y="146304"/>
            <a:ext cx="31638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/>
              <a:t>3 </a:t>
            </a:r>
            <a:r>
              <a:rPr lang="ko-KR" altLang="en-US" b="1" dirty="0"/>
              <a:t>단계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248DE986-0B37-D980-ACA5-8DAE5B0BB2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3592" y="3121579"/>
            <a:ext cx="3398815" cy="32006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3990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테마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59</TotalTime>
  <Words>44</Words>
  <Application>Microsoft Office PowerPoint</Application>
  <PresentationFormat>와이드스크린</PresentationFormat>
  <Paragraphs>7</Paragraphs>
  <Slides>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양정혜 콘텐츠서비스3 Cell</dc:creator>
  <cp:lastModifiedBy>양정혜 콘텐츠서비스3 Cell</cp:lastModifiedBy>
  <cp:revision>1</cp:revision>
  <dcterms:created xsi:type="dcterms:W3CDTF">2026-06-14T03:54:03Z</dcterms:created>
  <dcterms:modified xsi:type="dcterms:W3CDTF">2026-06-14T04:53:34Z</dcterms:modified>
</cp:coreProperties>
</file>